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F3ED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4114800"/>
            <a:ext cx="2286000" cy="2286000"/>
          </a:xfrm>
          <a:prstGeom prst="ellipse">
            <a:avLst/>
          </a:prstGeom>
          <a:solidFill>
            <a:srgbClr val="E6E0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DEMO DECK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621792"/>
            <a:ext cx="64008" cy="64008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Boradori · AI Context Hub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AI 맥락을 하나의 북극성으로 모아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AI가 바로 이어받을 수 있게 만드는 개인 컨텍스트 허브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34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external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9192" y="4434840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4434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MVP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18304" y="443484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44348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live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760720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5733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github.com/misolove/context-boradori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2648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" y="6099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1200" dirty="0"/>
          </a:p>
        </p:txBody>
      </p:sp>
      <p:pic>
        <p:nvPicPr>
          <p:cNvPr id="19" name="Image 2" descr="/home/claude/brand_vert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163" y="0"/>
            <a:ext cx="54883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도구가 늘수록, 프로젝트 기억은 더 빨리 흩어집니다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대화는 늘어나는데 공통 기억은 생기지 않아, 매번 같은 설명을 반복하게 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" y="2606040"/>
            <a:ext cx="361188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EB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5820" y="2971800"/>
            <a:ext cx="777240" cy="777240"/>
          </a:xfrm>
          <a:prstGeom prst="ellipse">
            <a:avLst/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317296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2326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582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설명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5820" y="43891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AI에게 배경, 결정, 현재 상태를 매번 처음부터 다시 설명해야 합니다.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74820" y="2606040"/>
            <a:ext cx="361188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EB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40580" y="2971800"/>
            <a:ext cx="777240" cy="777240"/>
          </a:xfrm>
          <a:prstGeom prst="ellipse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3172968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1802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993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4058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유실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40580" y="43891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결정과 미확정 아이디어가 같은 채팅 안에 뒤섞여 추적이 어렵습니다.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69580" y="2606040"/>
            <a:ext cx="361188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EB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35340" y="2971800"/>
            <a:ext cx="777240" cy="777240"/>
          </a:xfrm>
          <a:prstGeom prst="ellipse">
            <a:avLst/>
          </a:prstGeom>
          <a:solidFill>
            <a:srgbClr val="FFE0E7"/>
          </a:solidFill>
          <a:ln w="12700">
            <a:solidFill>
              <a:srgbClr val="FFE0E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3172968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81278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D14D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3534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맥락 충돌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435340" y="43891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ChatGPT, Claude, Codex, Gemini가 서로 다른 방향으로 작업을 이어갑니다.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89788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577900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문제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부족한 게 아니라, AI 사이를 잇는 </a:t>
            </a:r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공통맥락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부족합니다.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보라돌이는 여러 AI 대화를 하나의 공통 handoff로 바꿉니다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붙여넣기만 하면 결정사항, 열린 질문, 다음 액션, 도구별 export가 한 방향으로 정리됩니다.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69748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8F7FB"/>
          </a:solidFill>
          <a:ln w="12700">
            <a:solidFill>
              <a:srgbClr val="E6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17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3721608"/>
            <a:ext cx="164592" cy="164592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기획 맥락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4224528"/>
            <a:ext cx="164592" cy="164592"/>
          </a:xfrm>
          <a:prstGeom prst="ellipse">
            <a:avLst/>
          </a:prstGeom>
          <a:solidFill>
            <a:srgbClr val="6EB8FF"/>
          </a:solidFill>
          <a:ln w="12700">
            <a:solidFill>
              <a:srgbClr val="6EB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160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 구현 맥락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4727448"/>
            <a:ext cx="164592" cy="164592"/>
          </a:xfrm>
          <a:prstGeom prst="ellipse">
            <a:avLst/>
          </a:prstGeom>
          <a:solidFill>
            <a:srgbClr val="74E3C1"/>
          </a:solidFill>
          <a:ln w="12700">
            <a:solidFill>
              <a:srgbClr val="74E3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663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리뷰 맥락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5230368"/>
            <a:ext cx="164592" cy="164592"/>
          </a:xfrm>
          <a:prstGeom prst="ellips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5166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실험 맥락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8788" y="4178808"/>
            <a:ext cx="329184" cy="32918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389120" y="269748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10896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8912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STAR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663440" y="416052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결정은 지키고,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열린 질문은 분리하며,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AI가 같은 방향으로</a:t>
            </a:r>
            <a:endParaRPr lang="en-US" sz="15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이어서 실행하게 만든다.</a:t>
            </a:r>
            <a:endParaRPr lang="en-US" sz="15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548" y="4178808"/>
            <a:ext cx="329184" cy="32918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183880" y="269748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F8F7FB"/>
          </a:solidFill>
          <a:ln w="12700">
            <a:solidFill>
              <a:srgbClr val="E6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03920" y="3017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0392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549640" y="36576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4964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handoff.md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549640" y="416052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54964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549640" y="466344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4964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8549640" y="516636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549640" y="5166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GEMINI.md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PRODUCT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흐름은 4단계로 끝납니다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붙여넣기라는 MVP 제약 안에서도,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AI가 바로 이어받을 결과물을 만듭니다.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77240" cy="7772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도구에서 raw context 붙여넣기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선택 후 대화 내용을 그대로 붙여넣습니다.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260" y="2971800"/>
            <a:ext cx="0" cy="91440"/>
          </a:xfrm>
          <a:prstGeom prst="line">
            <a:avLst/>
          </a:prstGeom>
          <a:noFill/>
          <a:ln w="25400">
            <a:solidFill>
              <a:srgbClr val="B094F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0876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공통맥락 수집함에 조각 추가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도구의 맥락을 한 곳에 모읍니다.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7260" y="4023360"/>
            <a:ext cx="0" cy="91440"/>
          </a:xfrm>
          <a:prstGeom prst="line">
            <a:avLst/>
          </a:prstGeom>
          <a:noFill/>
          <a:ln w="25400">
            <a:solidFill>
              <a:srgbClr val="B094F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4297680"/>
            <a:ext cx="777240" cy="7772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50876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북극성을 기준으로 병합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/ 질문 / 다음 액션을 분리해 정리합니다.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7260" y="5074920"/>
            <a:ext cx="0" cy="91440"/>
          </a:xfrm>
          <a:prstGeom prst="line">
            <a:avLst/>
          </a:prstGeom>
          <a:noFill/>
          <a:ln w="25400">
            <a:solidFill>
              <a:srgbClr val="B094FF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5349240"/>
            <a:ext cx="777240" cy="7772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08760" y="5394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AI용 handoff/export 다운로드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AGENTS.md · CLAUDE.md · GEMINI.md로 내보내기.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691640"/>
            <a:ext cx="656905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6E0FF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pic>
        <p:nvPicPr>
          <p:cNvPr id="27" name="Image 0" descr="/home/claude/mvp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638617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공통맥락 지도부터 handoff export까지 한 화면에서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기본 화면과 영어 심사용 화면을 모두 지원합니다. 외부 API 호출 없이 브라우저 안에서 동작합니다.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057400"/>
            <a:ext cx="2343150" cy="429768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6E0FF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pic>
        <p:nvPicPr>
          <p:cNvPr id="8" name="Image 0" descr="/home/claude/mvp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48840"/>
            <a:ext cx="216027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120640" y="2240280"/>
            <a:ext cx="640080" cy="640080"/>
          </a:xfrm>
          <a:prstGeom prst="ellipse">
            <a:avLst/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4048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9320" y="2240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소스별 맥락 조각을 시각적으로 연결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989320" y="263347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ChatGPT, Codex, Claude, Gemini를 하나의 지도로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20640" y="3200400"/>
            <a:ext cx="640080" cy="640080"/>
          </a:xfrm>
          <a:prstGeom prst="ellipse">
            <a:avLst/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33649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89320" y="3200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북극성을 handoff와 export의 기준으로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989320" y="359359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방향이 흔들릴 때 돌아올 단 하나의 문장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120640" y="4160520"/>
            <a:ext cx="640080" cy="640080"/>
          </a:xfrm>
          <a:prstGeom prst="ellipse">
            <a:avLst/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32511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89320" y="4160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· 열린 질문 · 다음 액션 분리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989320" y="45537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확정/제안/질문/액션이 섞이지 않게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120640" y="5120640"/>
            <a:ext cx="640080" cy="640080"/>
          </a:xfrm>
          <a:prstGeom prst="ellipse">
            <a:avLst/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528523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989320" y="5120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복사 · markdown 다운로드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989320" y="55138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도구에 곧장 붙여넣기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120640" y="5989320"/>
            <a:ext cx="3840480" cy="365760"/>
          </a:xfrm>
          <a:prstGeom prst="roundRect">
            <a:avLst>
              <a:gd name="adj" fmla="val 50000"/>
            </a:avLst>
          </a:prstGeom>
          <a:solidFill>
            <a:srgbClr val="F3ED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605332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7840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on Vercel live (HTTP 200)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WHY IT HELPS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앱의 가치는 요약이 아니라 handoff입니다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원하는 건 예쁜 정리가 아니라, 다음 AI가 같은 방향으로 이어가는 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49240" cy="3749040"/>
          </a:xfrm>
          <a:prstGeom prst="roundRect">
            <a:avLst>
              <a:gd name="adj" fmla="val 4390"/>
            </a:avLst>
          </a:prstGeom>
          <a:solidFill>
            <a:srgbClr val="F8F7FB"/>
          </a:solidFill>
          <a:ln w="12700">
            <a:solidFill>
              <a:srgbClr val="E6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517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FFE0E7"/>
          </a:solidFill>
          <a:ln w="12700">
            <a:solidFill>
              <a:srgbClr val="FFE0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136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도구별로 흩어진 작업 기억</a:t>
            </a:r>
            <a:endParaRPr lang="en-US" sz="1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88620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38404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AI마다 기억이 따로 있음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38912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343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배경 설명을 매번 반복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89204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846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결정과 아이디어가 같이 섞임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9496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349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액션이 대화 속에 묻힘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2286000"/>
            <a:ext cx="5349240" cy="3749040"/>
          </a:xfrm>
          <a:prstGeom prst="roundRect">
            <a:avLst>
              <a:gd name="adj" fmla="val 4390"/>
            </a:avLst>
          </a:prstGeom>
          <a:solidFill>
            <a:srgbClr val="F3EDFF"/>
          </a:solidFill>
          <a:ln w="12700">
            <a:solidFill>
              <a:srgbClr val="E6E0F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629400" y="265176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6294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629400" y="3154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프로젝트 기억으로 정리</a:t>
            </a:r>
            <a:endParaRPr lang="en-US" sz="19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88620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38404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프로젝트 기억 자동 생성</a:t>
            </a: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8912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4343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북극성으로 일관된 방향 유지</a:t>
            </a:r>
            <a:endParaRPr lang="en-US" sz="14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89204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4846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/ 제안 / 질문 / 액션 분리</a:t>
            </a:r>
            <a:endParaRPr lang="en-US" sz="14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394960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40880" y="5349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도구별 handoff로 바로 이어받기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5806440" y="388620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E0FF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456" y="401421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TECH &amp;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MVP는 안전하게, 빠르게, 공개 repo에 맞게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해커톤에서는 실제 LLM보다 안정적인 데모 흐름과 public-safe 구조가 더 중요합니다.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" y="2286000"/>
            <a:ext cx="361188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7EB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" y="2286000"/>
            <a:ext cx="3611880" cy="73152"/>
          </a:xfrm>
          <a:prstGeom prst="rect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" y="2697480"/>
            <a:ext cx="731520" cy="731520"/>
          </a:xfrm>
          <a:prstGeom prst="ellipse">
            <a:avLst/>
          </a:prstGeom>
          <a:solidFill>
            <a:srgbClr val="E6E0FF"/>
          </a:solidFill>
          <a:ln w="12700">
            <a:solidFill>
              <a:srgbClr val="E6E0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8803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582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91540" y="4279392"/>
            <a:ext cx="91440" cy="914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4420" y="4160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App Router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1540" y="4663440"/>
            <a:ext cx="91440" cy="914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4420" y="4544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1540" y="5047488"/>
            <a:ext cx="91440" cy="91440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4420" y="49286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74820" y="2286000"/>
            <a:ext cx="361188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7EB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74820" y="2286000"/>
            <a:ext cx="3611880" cy="73152"/>
          </a:xfrm>
          <a:prstGeom prst="rect">
            <a:avLst/>
          </a:prstGeom>
          <a:solidFill>
            <a:srgbClr val="0073C7"/>
          </a:solidFill>
          <a:ln w="12700">
            <a:solidFill>
              <a:srgbClr val="0073C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40580" y="2697480"/>
            <a:ext cx="731520" cy="73152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CEEF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88036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4058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4686300" y="4279392"/>
            <a:ext cx="91440" cy="91440"/>
          </a:xfrm>
          <a:prstGeom prst="ellipse">
            <a:avLst/>
          </a:prstGeom>
          <a:solidFill>
            <a:srgbClr val="0073C7"/>
          </a:solidFill>
          <a:ln w="12700">
            <a:solidFill>
              <a:srgbClr val="0073C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69180" y="4160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AI API 호출 없음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686300" y="4663440"/>
            <a:ext cx="91440" cy="91440"/>
          </a:xfrm>
          <a:prstGeom prst="ellipse">
            <a:avLst/>
          </a:prstGeom>
          <a:solidFill>
            <a:srgbClr val="0073C7"/>
          </a:solidFill>
          <a:ln w="12700">
            <a:solidFill>
              <a:srgbClr val="0073C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69180" y="4544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DB 없음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686300" y="5047488"/>
            <a:ext cx="91440" cy="91440"/>
          </a:xfrm>
          <a:prstGeom prst="ellipse">
            <a:avLst/>
          </a:prstGeom>
          <a:solidFill>
            <a:srgbClr val="0073C7"/>
          </a:solidFill>
          <a:ln w="12700">
            <a:solidFill>
              <a:srgbClr val="0073C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69180" y="49286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localStorage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8069580" y="2286000"/>
            <a:ext cx="361188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6E7EB"/>
            </a:solidFill>
            <a:prstDash val="solid"/>
          </a:ln>
          <a:effectLst>
            <a:outerShdw sx="100000" sy="100000" kx="0" ky="0" algn="bl" rotWithShape="0" blurRad="254000" dist="76200" dir="5400000">
              <a:srgbClr val="1E1B3A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069580" y="2286000"/>
            <a:ext cx="3611880" cy="73152"/>
          </a:xfrm>
          <a:prstGeom prst="rect">
            <a:avLst/>
          </a:prstGeom>
          <a:solidFill>
            <a:srgbClr val="C9930A"/>
          </a:solidFill>
          <a:ln w="12700">
            <a:solidFill>
              <a:srgbClr val="C9930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35340" y="2697480"/>
            <a:ext cx="731520" cy="731520"/>
          </a:xfrm>
          <a:prstGeom prst="ellipse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88036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435340" y="3611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Public-safe</a:t>
            </a:r>
            <a:endParaRPr lang="en-US" sz="2200" dirty="0"/>
          </a:p>
        </p:txBody>
      </p:sp>
      <p:sp>
        <p:nvSpPr>
          <p:cNvPr id="34" name="Shape 29"/>
          <p:cNvSpPr/>
          <p:nvPr/>
        </p:nvSpPr>
        <p:spPr>
          <a:xfrm>
            <a:off x="8481060" y="4279392"/>
            <a:ext cx="91440" cy="91440"/>
          </a:xfrm>
          <a:prstGeom prst="ellipse">
            <a:avLst/>
          </a:prstGeom>
          <a:solidFill>
            <a:srgbClr val="C9930A"/>
          </a:solidFill>
          <a:ln w="12700">
            <a:solidFill>
              <a:srgbClr val="C9930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63940" y="4160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key/token redaction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8481060" y="4663440"/>
            <a:ext cx="91440" cy="91440"/>
          </a:xfrm>
          <a:prstGeom prst="ellipse">
            <a:avLst/>
          </a:prstGeom>
          <a:solidFill>
            <a:srgbClr val="C9930A"/>
          </a:solidFill>
          <a:ln w="12700">
            <a:solidFill>
              <a:srgbClr val="C9930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663940" y="4544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 context 서버 저장 없음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481060" y="5047488"/>
            <a:ext cx="91440" cy="91440"/>
          </a:xfrm>
          <a:prstGeom prst="ellipse">
            <a:avLst/>
          </a:prstGeom>
          <a:solidFill>
            <a:srgbClr val="C9930A"/>
          </a:solidFill>
          <a:ln w="12700">
            <a:solidFill>
              <a:srgbClr val="C9930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663940" y="49286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README 언어 전환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79008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188720" y="56692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  ·  build  ·  browser QA  ·  Vercel live HTTP 200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 · Context Boradori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단계: 품질과 연결성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mock compression으로 스토리를 증명했고, 다음은 실제 사용성을 높이는 순서입니다.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9418320" cy="0"/>
          </a:xfrm>
          <a:prstGeom prst="line">
            <a:avLst/>
          </a:prstGeom>
          <a:noFill/>
          <a:ln w="38100">
            <a:solidFill>
              <a:srgbClr val="E6E0F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084832" y="2907792"/>
            <a:ext cx="411480" cy="411480"/>
          </a:xfrm>
          <a:prstGeom prst="ellipse">
            <a:avLst/>
          </a:prstGeom>
          <a:solidFill>
            <a:srgbClr val="6A46E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" y="3383280"/>
            <a:ext cx="3611880" cy="2606040"/>
          </a:xfrm>
          <a:prstGeom prst="roundRect">
            <a:avLst>
              <a:gd name="adj" fmla="val 5263"/>
            </a:avLst>
          </a:prstGeom>
          <a:solidFill>
            <a:srgbClr val="F8F7FB"/>
          </a:solidFill>
          <a:ln w="12700">
            <a:solidFill>
              <a:srgbClr val="E6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4582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46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" y="4919472"/>
            <a:ext cx="109728" cy="109728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014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LLM compression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540" y="5376672"/>
            <a:ext cx="109728" cy="109728"/>
          </a:xfrm>
          <a:prstGeom prst="ellipse">
            <a:avLst/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0140" y="5257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강한 secret redaction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79592" y="2907792"/>
            <a:ext cx="411480" cy="411480"/>
          </a:xfrm>
          <a:prstGeom prst="ellipse">
            <a:avLst/>
          </a:prstGeom>
          <a:solidFill>
            <a:srgbClr val="8A5CF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8A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74820" y="3383280"/>
            <a:ext cx="3611880" cy="2606040"/>
          </a:xfrm>
          <a:prstGeom prst="roundRect">
            <a:avLst>
              <a:gd name="adj" fmla="val 5263"/>
            </a:avLst>
          </a:prstGeom>
          <a:solidFill>
            <a:srgbClr val="F8F7FB"/>
          </a:solidFill>
          <a:ln w="12700">
            <a:solidFill>
              <a:srgbClr val="E6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058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4058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6300" y="4919472"/>
            <a:ext cx="109728" cy="109728"/>
          </a:xfrm>
          <a:prstGeom prst="ellipse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490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IndexedDB 프로젝트 저장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86300" y="5376672"/>
            <a:ext cx="109728" cy="109728"/>
          </a:xfrm>
          <a:prstGeom prst="ellipse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4900" y="5257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충돌 감지 / diff view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74352" y="2907792"/>
            <a:ext cx="411480" cy="411480"/>
          </a:xfrm>
          <a:prstGeom prst="ellipse">
            <a:avLst/>
          </a:prstGeom>
          <a:solidFill>
            <a:srgbClr val="B094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B09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69580" y="3383280"/>
            <a:ext cx="3611880" cy="2606040"/>
          </a:xfrm>
          <a:prstGeom prst="roundRect">
            <a:avLst>
              <a:gd name="adj" fmla="val 5263"/>
            </a:avLst>
          </a:prstGeom>
          <a:solidFill>
            <a:srgbClr val="F8F7FB"/>
          </a:solidFill>
          <a:ln w="12700">
            <a:solidFill>
              <a:srgbClr val="E6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5340" y="3749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435340" y="4297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9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81060" y="4919472"/>
            <a:ext cx="109728" cy="109728"/>
          </a:xfrm>
          <a:prstGeom prst="ellipse">
            <a:avLst/>
          </a:prstGeom>
          <a:solidFill>
            <a:srgbClr val="B094FF"/>
          </a:solidFill>
          <a:ln w="12700">
            <a:solidFill>
              <a:srgbClr val="B09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9660" y="4800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PR export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81060" y="5376672"/>
            <a:ext cx="109728" cy="109728"/>
          </a:xfrm>
          <a:prstGeom prst="ellipse">
            <a:avLst/>
          </a:prstGeom>
          <a:solidFill>
            <a:srgbClr val="B094FF"/>
          </a:solidFill>
          <a:ln w="12700">
            <a:solidFill>
              <a:srgbClr val="B09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9660" y="5257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44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/ CLI handoff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A46E2">
              <a:alpha val="30000"/>
            </a:srgbClr>
          </a:solidFill>
          <a:ln w="12700">
            <a:solidFill>
              <a:srgbClr val="1A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4572000"/>
            <a:ext cx="2743200" cy="2743200"/>
          </a:xfrm>
          <a:prstGeom prst="ellipse">
            <a:avLst/>
          </a:prstGeom>
          <a:solidFill>
            <a:srgbClr val="4A2DC8">
              <a:alpha val="40000"/>
            </a:srgbClr>
          </a:solidFill>
          <a:ln w="12700">
            <a:solidFill>
              <a:srgbClr val="1A1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보라돌이는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 사이의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C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기억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잇습니다.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6E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도구를 쓰는 사람에게 필요한 건 또 하나의 채팅창이 아니라,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6E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AI가 믿고 이어받을 공통맥락입니다.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577840"/>
            <a:ext cx="1673352" cy="502920"/>
          </a:xfrm>
          <a:prstGeom prst="roundRect">
            <a:avLst>
              <a:gd name="adj" fmla="val 50909"/>
            </a:avLst>
          </a:prstGeom>
          <a:solidFill>
            <a:srgbClr val="6A46E2"/>
          </a:solidFill>
          <a:ln w="12700">
            <a:solidFill>
              <a:srgbClr val="6A4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57784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96312" y="5577840"/>
            <a:ext cx="1673352" cy="502920"/>
          </a:xfrm>
          <a:prstGeom prst="roundRect">
            <a:avLst>
              <a:gd name="adj" fmla="val 5090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5577840"/>
            <a:ext cx="1673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live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2544" y="5577840"/>
            <a:ext cx="1792224" cy="502920"/>
          </a:xfrm>
          <a:prstGeom prst="roundRect">
            <a:avLst>
              <a:gd name="adj" fmla="val 50909"/>
            </a:avLst>
          </a:prstGeom>
          <a:solidFill>
            <a:srgbClr val="74E3C1"/>
          </a:solidFill>
          <a:ln w="12700">
            <a:solidFill>
              <a:srgbClr val="74E3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55778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9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 · Thank you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6309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context-boradori.vercel.app</a:t>
            </a:r>
            <a:endParaRPr lang="en-US" sz="1200" dirty="0"/>
          </a:p>
        </p:txBody>
      </p:sp>
      <p:pic>
        <p:nvPicPr>
          <p:cNvPr id="17" name="Image 0" descr="/home/claude/brand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163" y="0"/>
            <a:ext cx="548835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맥락 보라돌이 · Hackathon Demo Deck</dc:title>
  <dc:subject>PptxGenJS Presentation</dc:subject>
  <dc:creator>Context Boradori</dc:creator>
  <cp:lastModifiedBy>Context Boradori</cp:lastModifiedBy>
  <cp:revision>1</cp:revision>
  <dcterms:created xsi:type="dcterms:W3CDTF">2026-04-26T05:32:38Z</dcterms:created>
  <dcterms:modified xsi:type="dcterms:W3CDTF">2026-04-26T05:32:38Z</dcterms:modified>
</cp:coreProperties>
</file>